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7839-6B3E-83E1-A8A0-9624A1D8C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2A852-6FAD-5959-C43F-20B6277B0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0214-5500-607F-D97E-2EFDA221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9908-2BF2-494A-2058-E3F03B1B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BDB51-B5B9-86D8-873F-BD9CB6AF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6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521-6C7E-244D-946F-0D1E3EA2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F463-6D38-6337-06E5-512AFBB0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E3430-8A6F-2CA7-AEFC-B15ADF01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6878F-D580-877F-FF7D-B8300140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767B2-32BF-2C67-EF49-BE96F441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2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E2C0-A99A-F8EC-C54F-A08A8486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72334-3FFA-76E2-91A5-E553D3C49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0ACA-D0BC-5B6B-671B-5C7D659E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8C1B7-5848-4807-CE3E-533E078B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EA737-2E13-919E-F641-9947A437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D914-2209-C3AC-6E85-1006B023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83548-5144-92EC-9EC1-7D56F32E6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EE3C4-47BA-12AE-9F67-F8D7281B5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DE721-FB81-2DCD-8DD2-1471666D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1F69B-EC1E-4919-DDD0-CF75941A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ECC8-99FB-3F2C-F429-1235FC78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96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BCF6-6026-31C9-76BC-066F925B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83AC0-14A4-81A8-D533-4F136BA8B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ABDFE-2182-B33C-EDE4-037632450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E889B-FF09-8214-CDEF-3238FD5D0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3562E-84D0-A23C-CECC-817328B71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DCCDB0-5DB9-E54B-C4AC-E8FD04EF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41EB3-760B-1F94-0126-812CE1DA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8BC26-0B6F-A79B-365F-27A1458E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0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9D80-DCB7-1F9F-4770-0ED38780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0B99D-5BBB-0290-E029-0FC132C0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CE4B4-C596-51AA-1B04-B43061CF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6FCEB-C13B-A704-0AAE-2FEFA444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3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86B62-3F01-F9FD-8288-AF3778E2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3E936-AA3E-608B-C49B-A83A1EE8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2E389-03A1-31B9-309A-4D3CF645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A7AF-845E-709E-5AB0-36838B64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DC5E-FBEF-56D2-61AD-C5825156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6658B-652E-8F31-7D97-5C65BA33F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2AD9D-AEBE-0CB3-BE92-E8F363FB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81616-1E42-2D1E-1A06-1525C59F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31ACA-4A6F-82A2-A382-796D9E2A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5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725B-AC1A-E7A4-6954-71E37686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DB7A8-67AA-80D2-DD9A-F6C911AC0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5B586-DF1A-2691-6EF9-F6883642E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9B022-CF7B-91EB-49A7-2E869145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23C0E-BFCA-F152-CDB7-21497FE7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70496-0DA6-A472-B710-69717CD8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90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0189-984D-AADF-3698-6D3AF163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4B8D-3A9C-8871-FD57-82E974964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B0FD-E57A-4F35-BFC7-7B8B3BEE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1631-6FCE-8A02-0DEC-F00575BB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E2DC2-1BB8-6C40-665C-D7418513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4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3DD87-71D5-0693-5B66-D97A93CC7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8D735-52C5-69BC-FFBC-3341E3FB1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5C80-0087-E2BE-0ECB-C0DF5542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2A50-346E-4A41-C4DB-07396401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5693D-D7A0-4391-899B-CEC2CA86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1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53DBC-6761-19AB-EE28-39F63917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D4329-1660-D75D-3209-F4CDAE1E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090E-869D-C661-61D9-A0F2B5AF5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CC042-55B6-4BAF-92D2-5E587E99CB2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DE8EB-E5A3-52B7-D338-210B07E54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20C1-63AD-2FF7-713B-7A31FF793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3AF8D-FEC3-4541-BC62-ADEBA26F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7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32998C73-871A-651C-9F99-C15DCD73F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13" b="51959"/>
          <a:stretch>
            <a:fillRect/>
          </a:stretch>
        </p:blipFill>
        <p:spPr>
          <a:xfrm>
            <a:off x="994848" y="3548077"/>
            <a:ext cx="5067052" cy="204717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40CCA084-EBF5-7FFC-D3D5-D1C9C38C9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24"/>
          <a:stretch>
            <a:fillRect/>
          </a:stretch>
        </p:blipFill>
        <p:spPr>
          <a:xfrm>
            <a:off x="6477502" y="3627009"/>
            <a:ext cx="5076030" cy="204615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44256FA-FB6B-4B40-3A9E-57EDF7F92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54" b="2345"/>
          <a:stretch>
            <a:fillRect/>
          </a:stretch>
        </p:blipFill>
        <p:spPr>
          <a:xfrm>
            <a:off x="6481688" y="1120673"/>
            <a:ext cx="5067052" cy="2035839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4EF5E40-8924-4A23-CF4B-E91BC9D29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67" b="27426"/>
          <a:stretch>
            <a:fillRect/>
          </a:stretch>
        </p:blipFill>
        <p:spPr>
          <a:xfrm>
            <a:off x="990662" y="1132786"/>
            <a:ext cx="5076030" cy="20131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6F0576-8D94-BBFD-133D-9910F10570BF}"/>
              </a:ext>
            </a:extLst>
          </p:cNvPr>
          <p:cNvSpPr txBox="1"/>
          <p:nvPr/>
        </p:nvSpPr>
        <p:spPr>
          <a:xfrm>
            <a:off x="482582" y="1007245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6DABAF-CB16-5008-A54B-2797D466EE5A}"/>
              </a:ext>
            </a:extLst>
          </p:cNvPr>
          <p:cNvSpPr txBox="1"/>
          <p:nvPr/>
        </p:nvSpPr>
        <p:spPr>
          <a:xfrm>
            <a:off x="452568" y="3466348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F328D-4BC7-D538-7DAD-E982FC3DF6A8}"/>
              </a:ext>
            </a:extLst>
          </p:cNvPr>
          <p:cNvSpPr txBox="1"/>
          <p:nvPr/>
        </p:nvSpPr>
        <p:spPr>
          <a:xfrm>
            <a:off x="6164134" y="1007245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1AEFE7-DBB8-D4F0-8130-1AD25CD4B0D7}"/>
              </a:ext>
            </a:extLst>
          </p:cNvPr>
          <p:cNvSpPr txBox="1"/>
          <p:nvPr/>
        </p:nvSpPr>
        <p:spPr>
          <a:xfrm>
            <a:off x="6122620" y="3466348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0696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1CAAF-BF36-C8E1-1D02-612DF74E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50770F-58F8-075D-226D-F4B771078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34AEAB-3E87-5712-1CE0-AA054B2F1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EC0F22-7612-290F-35CE-DBC572E09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D95870-33A9-9D6B-88E3-587D9647A7A0}"/>
              </a:ext>
            </a:extLst>
          </p:cNvPr>
          <p:cNvSpPr txBox="1"/>
          <p:nvPr/>
        </p:nvSpPr>
        <p:spPr>
          <a:xfrm>
            <a:off x="296314" y="287575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9A15A1-F855-C20F-2281-D1D46A93FC68}"/>
              </a:ext>
            </a:extLst>
          </p:cNvPr>
          <p:cNvSpPr txBox="1"/>
          <p:nvPr/>
        </p:nvSpPr>
        <p:spPr>
          <a:xfrm>
            <a:off x="266300" y="3415547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2CD71-8C51-7279-217D-29BCEE383D9C}"/>
              </a:ext>
            </a:extLst>
          </p:cNvPr>
          <p:cNvSpPr txBox="1"/>
          <p:nvPr/>
        </p:nvSpPr>
        <p:spPr>
          <a:xfrm>
            <a:off x="6248804" y="219843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D8FCBD-1F0E-2D1F-1F48-93223F435A7C}"/>
              </a:ext>
            </a:extLst>
          </p:cNvPr>
          <p:cNvSpPr txBox="1"/>
          <p:nvPr/>
        </p:nvSpPr>
        <p:spPr>
          <a:xfrm>
            <a:off x="6207290" y="3466348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30E48-2D5D-6018-1C04-6E0C914E0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71" y="237043"/>
            <a:ext cx="521800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4113A5-0BC4-DDAF-02F5-711C4CE8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363" y="237043"/>
            <a:ext cx="5102796" cy="3017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B7D738-BDAD-5127-91F0-A1068B2C0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82" y="3548076"/>
            <a:ext cx="5193657" cy="32427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B5A9C4-6E5A-6A28-E911-1D24A82C6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068" y="3502723"/>
            <a:ext cx="4750750" cy="324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9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0A899-0852-A7F5-2F38-DF18CD03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45CD2C-9D17-2AFD-FCC4-39CEF641E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983B15-12A7-7D02-4ACC-A3DAD4098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D77E9E-89E2-DAB1-3194-A35F7A6C7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1F926CB-957C-7CC8-1AEF-26F88C391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" b="1014"/>
          <a:stretch>
            <a:fillRect/>
          </a:stretch>
        </p:blipFill>
        <p:spPr>
          <a:xfrm>
            <a:off x="1336174" y="255277"/>
            <a:ext cx="4631585" cy="3017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4015E2-DA58-9917-1916-C70103AFE1CA}"/>
              </a:ext>
            </a:extLst>
          </p:cNvPr>
          <p:cNvSpPr txBox="1"/>
          <p:nvPr/>
        </p:nvSpPr>
        <p:spPr>
          <a:xfrm>
            <a:off x="482582" y="228311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81FEE-51EA-FCDC-7036-DC6B8060DEF7}"/>
              </a:ext>
            </a:extLst>
          </p:cNvPr>
          <p:cNvSpPr txBox="1"/>
          <p:nvPr/>
        </p:nvSpPr>
        <p:spPr>
          <a:xfrm>
            <a:off x="452568" y="3466348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6739C-7353-308D-CCC1-E24D442E40CA}"/>
              </a:ext>
            </a:extLst>
          </p:cNvPr>
          <p:cNvSpPr txBox="1"/>
          <p:nvPr/>
        </p:nvSpPr>
        <p:spPr>
          <a:xfrm>
            <a:off x="6164134" y="202910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F735A-74FF-7188-F153-5F8CA830B94D}"/>
              </a:ext>
            </a:extLst>
          </p:cNvPr>
          <p:cNvSpPr txBox="1"/>
          <p:nvPr/>
        </p:nvSpPr>
        <p:spPr>
          <a:xfrm>
            <a:off x="6122620" y="3466348"/>
            <a:ext cx="19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</a:t>
            </a:r>
          </a:p>
        </p:txBody>
      </p:sp>
      <p:pic>
        <p:nvPicPr>
          <p:cNvPr id="3" name="Picture 2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EA95D2E0-EF0C-56BB-0DC6-D80D82326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431" y="286727"/>
            <a:ext cx="4549850" cy="3017520"/>
          </a:xfrm>
          <a:prstGeom prst="rect">
            <a:avLst/>
          </a:prstGeom>
        </p:spPr>
      </p:pic>
      <p:pic>
        <p:nvPicPr>
          <p:cNvPr id="9" name="Picture 8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95DA1CE7-CC8F-13A7-2AEF-437A76652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185" y="3527757"/>
            <a:ext cx="4521563" cy="3017520"/>
          </a:xfrm>
          <a:prstGeom prst="rect">
            <a:avLst/>
          </a:prstGeom>
        </p:spPr>
      </p:pic>
      <p:pic>
        <p:nvPicPr>
          <p:cNvPr id="12" name="Picture 11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FCC26042-51E8-1275-0264-AABBC45216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500" y="3527757"/>
            <a:ext cx="4535713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1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Melinarskiy, B. (Bar)</dc:creator>
  <cp:lastModifiedBy>Melinarskiy, B. (Bar)</cp:lastModifiedBy>
  <cp:revision>2</cp:revision>
  <dcterms:created xsi:type="dcterms:W3CDTF">2025-07-01T14:46:25Z</dcterms:created>
  <dcterms:modified xsi:type="dcterms:W3CDTF">2025-07-02T12:25:58Z</dcterms:modified>
</cp:coreProperties>
</file>